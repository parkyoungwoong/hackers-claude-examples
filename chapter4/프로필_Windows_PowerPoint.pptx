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24384000" cy="13716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1219320" y="11986200"/>
            <a:ext cx="21945960" cy="606240"/>
          </a:xfrm>
          <a:custGeom>
            <a:avLst/>
            <a:gdLst/>
            <a:ahLst/>
            <a:rect l="0" t="0" r="r" b="b"/>
            <a:pathLst>
              <a:path w="60961" h="1684">
                <a:moveTo>
                  <a:pt x="0" y="0"/>
                </a:moveTo>
                <a:lnTo>
                  <a:pt x="60961" y="0"/>
                </a:lnTo>
                <a:lnTo>
                  <a:pt x="60961" y="1684"/>
                </a:lnTo>
                <a:lnTo>
                  <a:pt x="0" y="1684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" descr=""/>
          <p:cNvPicPr/>
          <p:nvPr/>
        </p:nvPicPr>
        <p:blipFill>
          <a:blip r:embed="rId1"/>
          <a:stretch/>
        </p:blipFill>
        <p:spPr>
          <a:xfrm>
            <a:off x="9484200" y="4218120"/>
            <a:ext cx="5415480" cy="5279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