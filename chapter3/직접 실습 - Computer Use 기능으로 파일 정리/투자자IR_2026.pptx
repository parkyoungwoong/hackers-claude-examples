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LUNASOFT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ADCFC"/>
                </a:solidFill>
              </a:rPr>
              <a:t>2026 투자자 설명회 (IR)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761"/>
                </a:solidFill>
              </a:rPr>
              <a:t>2026년 4월 20일  |  기업 IR팀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회사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920240" cy="1645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2018년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설립연도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097280"/>
            <a:ext cx="1920240" cy="1645920"/>
          </a:xfrm>
          <a:prstGeom prst="rect">
            <a:avLst/>
          </a:prstGeom>
          <a:solidFill>
            <a:srgbClr val="12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79" y="1371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148명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79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임직원 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097280"/>
            <a:ext cx="1920240" cy="1645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371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₩24.6억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연간 매출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097280"/>
            <a:ext cx="1920240" cy="164592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371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320개사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고객사 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재무 하이라이트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</a:rPr>
              <a:t>매출 성장 추이 (단위: 억원)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81082"/>
            <a:ext cx="1645920" cy="833717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64100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</a:rPr>
              <a:t>12.4억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2023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2891117"/>
            <a:ext cx="1645920" cy="122368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2251037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</a:rPr>
              <a:t>18.2억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4206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2024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2460811"/>
            <a:ext cx="1645920" cy="1653988"/>
          </a:xfrm>
          <a:prstGeom prst="rect">
            <a:avLst/>
          </a:prstGeom>
          <a:solidFill>
            <a:srgbClr val="12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20731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</a:rPr>
              <a:t>24.6억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206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59" y="1828800"/>
            <a:ext cx="1645920" cy="2286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59" y="118871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</a:rPr>
              <a:t>34.0억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4206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</a:rPr>
              <a:t>2026E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