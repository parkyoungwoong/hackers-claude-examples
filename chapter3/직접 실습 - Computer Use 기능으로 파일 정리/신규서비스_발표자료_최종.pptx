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루나 프로 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</a:rPr>
              <a:t>2026 신규 서비스 런칭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루나소프트 마케팅팀  |  2026.04.05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서비스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060"/>
                </a:solidFill>
              </a:rPr>
              <a:t>루나 프로 키트란?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중소기업 마케팅 담당자를 위한 올인원 마케팅 자동화 솔루션
콘텐츠 제작 · 광고 운영 · 성과 분석을 하나의 플랫폼에서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2743200" cy="2103120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콘텐츠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AI 기반 SNS 콘텐츠 자동 생성 및 스케줄링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560320"/>
            <a:ext cx="2743200" cy="2103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광고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46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멀티채널 광고 통합 관리 및 자동 입찰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560320"/>
            <a:ext cx="2743200" cy="21031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성과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실시간 KPI 대시보드 및 AI 인사이트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사전예약 성과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20240" cy="2560320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1,240건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사전예약 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920240" cy="2560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목표 달성률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97280"/>
            <a:ext cx="1920240" cy="25603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4.8★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베타 만족도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097280"/>
            <a:ext cx="1920240" cy="256032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45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₩48M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예상 초기 매출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출시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920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사전예약 · 티저 캠페인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188720"/>
            <a:ext cx="19202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920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공식 런칭 · 라이브 방송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1920240" cy="59436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인플루언서 리뷰 캠페인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188720"/>
            <a:ext cx="1920240" cy="594360"/>
          </a:xfrm>
          <a:prstGeom prst="rect">
            <a:avLst/>
          </a:prstGeom>
          <a:solidFill>
            <a:srgbClr val="12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6월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기능 업데이트 v1.1 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