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🌿 마케팅팀 팀빌딩 워크샵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F5F5"/>
                </a:solidFill>
              </a:rPr>
              <a:t>2026년 5월 16일 (토)  |  경기도 가평 힐링파크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F2D"/>
                </a:solidFill>
              </a:rPr>
              <a:t>주관: 마케팅팀 박태현 팀장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당일 일정표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88720" cy="6858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08:30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집결 및 출발 (회사 앞 버스 탑승)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1188720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65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입소 및 오리엔테이션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1188720" cy="6858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팀 미션 프로그램 (포토 미션)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11879"/>
            <a:ext cx="1188720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7033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13:00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점심 식사 (바베큐)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005840"/>
            <a:ext cx="1188720" cy="6858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0972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14:30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팀 토론: 2026 하반기 마케팅 방향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874519"/>
            <a:ext cx="1188720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9659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16:00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65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자유 시간 (카누 / 산책)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743200"/>
            <a:ext cx="1188720" cy="6858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8346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18:00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34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저녁 식사 및 시상식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611879"/>
            <a:ext cx="1188720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7033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20:00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703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귀사 (버스 탑승)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팀 구성 및 준비물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참가 인원: 마케팅팀 전원 (6명)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5F2D"/>
                </a:solidFill>
              </a:rPr>
              <a:t>A팀: 박태현, 이수빈, 최재원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5F2D"/>
                </a:solidFill>
              </a:rPr>
              <a:t>B팀: 김민준, 정유나, 한소희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2D"/>
                </a:solidFill>
              </a:rPr>
              <a:t>준비물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편한 복장 / 운동화 / 선크림 / 개인 물통 / 여벌 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